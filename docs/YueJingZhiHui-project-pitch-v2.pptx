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5394960"/>
            <a:ext cx="2743200" cy="2743200"/>
          </a:xfrm>
          <a:prstGeom prst="ellipse">
            <a:avLst/>
          </a:prstGeom>
          <a:solidFill>
            <a:srgbClr val="B8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10972800" cy="1417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FA87E"/>
                </a:solidFill>
                <a:latin typeface="Microsoft YaHei"/>
                <a:ea typeface="Microsoft YaHei"/>
              </a:rPr>
              <a:t>越境智绘 · Beyond Borders  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D5A52"/>
                </a:solidFill>
                <a:latin typeface="Microsoft YaHei"/>
                <a:ea typeface="Microsoft YaHei"/>
              </a:rPr>
              <a:t>跨境AI营销系统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857A"/>
                </a:solidFill>
                <a:latin typeface="Microsoft YaHei"/>
                <a:ea typeface="Microsoft YaHei"/>
              </a:rPr>
              <a:t>选品 → 文案 → 抠图 / 背景 / 海报 → 客服与看板</a:t>
            </a:r>
          </a:p>
          <a:p>
            <a:pPr algn="l"/>
            <a:r>
              <a:rPr sz="1800" b="0">
                <a:solidFill>
                  <a:srgbClr val="6B857A"/>
                </a:solidFill>
                <a:latin typeface="Microsoft YaHei"/>
                <a:ea typeface="Microsoft YaHei"/>
              </a:rPr>
              <a:t>一站式 AI 电商营销工具平台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A87E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统一前后端 · 模块化协作 · 可演示全链路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为什么做 · 服务谁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跨境卖家素材链路长，工具分散，需要端到端闭环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选品、抠图、场景、海报文案、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客服、数据分散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素材制作链路长、协作成本高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54480"/>
            <a:ext cx="3566160" cy="64008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跨境电商商家 / 运营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设计与内容协作方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从 ABO 货盘到可发布营销海报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一站式完成营销素材与运营辅助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整体架构一览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统一入口 · 模块化挂载 · 本地知识库与静态资产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011680" cy="128016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830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Vue 3 + Vite + Element Plus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Pinia / Router / i18n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@m1–@m5 聚合各模块页面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2011680" cy="128016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00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FastAPI + Uvicorn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python run.py 统一启动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自动挂载 module1–5 路由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12801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2011680" cy="128016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数据与资产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177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SQLite · JWT 鉴权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static/{matte,background,poster}</a:t>
            </a:r>
          </a:p>
          <a:p>
            <a:pPr algn="l"/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ABO 货盘 + FAISS 知识库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五大模块职责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成员协作边界清晰，能力可独立使用也可串联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2194560" cy="9144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M1 成员1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我的工作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（详见分工页）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554480"/>
            <a:ext cx="2194560" cy="91440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M2 抠图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上传/识别/自动抠图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标准化透明商品素材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79" y="1554480"/>
            <a:ext cx="2194560" cy="9144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M3 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3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Prompt 转换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Seedream 场景背景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199" y="1554480"/>
            <a:ext cx="2194560" cy="91440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M4 海报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模板+叠字合成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历史/收藏/下载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19" y="1554480"/>
            <a:ext cx="219456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19" y="1554480"/>
            <a:ext cx="2194560" cy="9144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7" y="17830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M5 客服·看板·选品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274320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RAG 客服 / 运营看板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选品衔接 · 云端部署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核心链路：AI 海报工作流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四步推进 · 中间结果自动带入 · 底图可复用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A87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商品抠图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成员2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透明商品图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C9A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A87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背景生成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成员3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Seedream 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C9A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A87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无字底图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成员4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商品+背景素材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017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C9A4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645920"/>
            <a:ext cx="2697480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A87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68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加文案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108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成员4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叠字成稿发布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❀ 海报合成拆成两步：先生成无字底图原始素材（可收藏），再基于底图加入营销文案成稿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关键能力（上）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选品 · 文案 · 抠图 · 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48640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A87E"/>
                </a:solidFill>
                <a:latin typeface="Microsoft YaHei"/>
                <a:ea typeface="Microsoft YaHei"/>
              </a:rPr>
              <a:t>选品与文案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智能选品：检索 ABO 货盘，一键跳转文案或海报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文案生成：TikTok / Instagram / Amazon；中英日韩西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6 种风格 + 批量多平台；历史可复用到海报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48640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A87E"/>
                </a:solidFill>
                <a:latin typeface="Microsoft YaHei"/>
                <a:ea typeface="Microsoft YaHei"/>
              </a:rPr>
              <a:t>视觉前处理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商品抠图：上传 → 识别 → 自动抠图 → 展示下载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背景生成：品类/风格/色调/场景/光照等 Prompt 控制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与商品分析、文案、海报模块协同运行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关键能力（下）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海报 · 作品库 · 广场 · 客服看板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A87E"/>
                </a:solidFill>
                <a:latin typeface="Microsoft YaHei"/>
                <a:ea typeface="Microsoft YaHei"/>
              </a:rPr>
              <a:t>海报模板与合成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多文字层：字体/颜色/字号/坐标</a:t>
            </a:r>
          </a:p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描边、阴影、发光等艺术字效果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A87E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文案 · 成稿 · 底图素材 · 收藏</a:t>
            </a:r>
          </a:p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底图可「用于加字」；成稿可发布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A87E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浏览全站已发布海报</a:t>
            </a:r>
          </a:p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搜索 / 预览 / 下载 / 收藏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577840" cy="2057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A87E"/>
                </a:solidFill>
                <a:latin typeface="Microsoft YaHei"/>
                <a:ea typeface="Microsoft YaHei"/>
              </a:rPr>
              <a:t>客服与看板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7199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会话推荐 + FAISS RAG</a:t>
            </a:r>
          </a:p>
          <a:p>
            <a:pPr algn="l"/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运营数据、AI 建议、云端运维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技术栈与 AI 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工程可落地 · 外部模型可配置 · 无 Key 可 Mock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64592" cy="201168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Vue 3 · Vite · Element Plus · Pinia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vue-i18n（5 语）· ECharts · Axios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164592" cy="2011680"/>
          </a:xfrm>
          <a:prstGeom prst="rect">
            <a:avLst/>
          </a:prstGeom>
          <a:solidFill>
            <a:srgbClr val="B8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FastAPI · SQLAlchemy · SQLite · JWT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Pillow · Uvicorn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164592" cy="201168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DeepSeek / OpenAI 兼容接口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文案生成 · RAG 客服问答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49039"/>
            <a:ext cx="5577840" cy="2011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49039"/>
            <a:ext cx="164592" cy="2011680"/>
          </a:xfrm>
          <a:prstGeom prst="rect">
            <a:avLst/>
          </a:prstGeom>
          <a:solidFill>
            <a:srgbClr val="B8E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69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5A52"/>
                </a:solidFill>
                <a:latin typeface="Microsoft YaHei"/>
                <a:ea typeface="Microsoft YaHei"/>
              </a:rPr>
              <a:t>图像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火山方舟 Seedream 场景/精修</a:t>
            </a:r>
          </a:p>
          <a:p>
            <a:pPr algn="l"/>
            <a:r>
              <a:rPr sz="1500" b="0">
                <a:solidFill>
                  <a:srgbClr val="6B857A"/>
                </a:solidFill>
                <a:latin typeface="Microsoft YaHei"/>
                <a:ea typeface="Microsoft YaHei"/>
              </a:rPr>
              <a:t>rembg 抠图 · 可选 Ollama 视觉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演示与部署要点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本地可跑通全链路；云端由成员5保障上线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后端：pip install -r requirements.txt → python run.py → http://127.0.0.1:8000（Swagger /docs）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前端：cd shared/frontend → npm install → npm run dev → http://localhost:5173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环境：复制 .env.example → .env，配置 ARK_API_KEY、LLM/OPENAI、ABO 图片路径等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账号：无内置演示账号，首次自行注册（用户名≥2、密码≥6）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云端：构建发布、线上问题排查修复，保障系统稳定可用（成员5）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已打通主链路 · 差异化在「底图资产」与全站闭环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7132320" cy="4297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已打通：选品 → 文案 / 海报四步 → 作品管理与广场 → RAG 客服与看板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差异化：Seedream 场景 + 无字底图/叠字两段式素材资产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工程亮点：模块化 monorepo、统一 JWT/API、Mock 便于无 Key 联调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D5A52"/>
                </a:solidFill>
                <a:latin typeface="Microsoft YaHei"/>
                <a:ea typeface="Microsoft YaHei"/>
              </a:rPr>
              <a:t>❀ 依赖提醒：Ark / DeepSeek Key、ABO 本地路径、rembg 首次拉模型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886200" cy="4297680"/>
          </a:xfrm>
          <a:prstGeom prst="roundRect">
            <a:avLst>
              <a:gd name="adj" fmla="val 22000"/>
            </a:avLst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现场演示建议 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1. 注册登录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2. 智能选品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3. 海报工作流四步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4. 发布作品广场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5. 打开运营看板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附录：产品导航地图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侧栏入口与主路由对应关系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智能选品中心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文案生成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/writing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AI海报工作流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/poster-workflow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/my-works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/gallery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智能客服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749039"/>
            <a:ext cx="2743200" cy="1828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1605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D5A52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FA87E"/>
                </a:solidFill>
                <a:latin typeface="Microsoft YaHei"/>
                <a:ea typeface="Microsoft YaHei"/>
              </a:rPr>
              <a:t>/dashboard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团队协作分工总览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五位成员分模块交付 · 统一接口联调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600200"/>
            <a:ext cx="224028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240280" cy="77724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成员1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65176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我的工作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1600200"/>
            <a:ext cx="224028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33472" y="1600200"/>
            <a:ext cx="2240280" cy="77724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成员2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65176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商品识别与自动抠图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标准化透明素材输出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1600200"/>
            <a:ext cx="224028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92624" y="1600200"/>
            <a:ext cx="2240280" cy="77724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成员3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65176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背景生成与增强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Prompt + Seedream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1600200"/>
            <a:ext cx="224028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1600200"/>
            <a:ext cx="2240280" cy="77724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6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成员4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65176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海报合成与素材管理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模板 / 历史 / 收藏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600200"/>
            <a:ext cx="2240280" cy="4206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10928" y="1600200"/>
            <a:ext cx="2240280" cy="77724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17830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成员5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2651760"/>
            <a:ext cx="1965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客服·看板·选品</a:t>
            </a:r>
          </a:p>
          <a:p>
            <a:pPr algn="ctr"/>
            <a:r>
              <a:rPr sz="1300" b="0">
                <a:solidFill>
                  <a:srgbClr val="3D5A52"/>
                </a:solidFill>
                <a:latin typeface="Microsoft YaHei"/>
                <a:ea typeface="Microsoft YaHei"/>
              </a:rPr>
              <a:t>云端部署与运维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分工详述：成员1 · 成员2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5577840" cy="4480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5577840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成员1 · 我的工作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5212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我的工作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（此处可按实际补充本人负责模块、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接口与演示亮点）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577840" cy="4480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577840" cy="50292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成员2 · 商品智能化处理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212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负责商品图片智能化处理，打通：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上传原图 → 识别商品 → 自动抠图 →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结果展示 → 图片下载。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为后续海报生成、营销文案等模块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提供标准化的透明商品素材与识别数据。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分工详述：成员3 · 成员4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5577840" cy="4480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5577840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成员3 · 背景生成与增强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5212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负责 AI 海报工作流中「背景生成与增强」：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承接成员2的商品理解与主体提取结果，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基于类别、颜色、风格等结构化信息，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完成商品信息 → Prompt 转换。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控制场景、视觉风格、光照等参数，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接入图像生成模型自动生成营销背景，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并与商品分析、文案等功能协同。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577840" cy="4480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577840" cy="50292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成员4 · 海报合成与素材管理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212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负责模块4：海报合成、模板管理、结果管理。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将透明商品图 + 背景图 + 营销文案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合成为可展示/下载/收藏的海报。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FastAPI：上传、模板、合成、历史、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下载统计、收藏；Pillow 多文字层与</a:t>
            </a:r>
          </a:p>
          <a:p>
            <a:pPr algn="l"/>
            <a:r>
              <a:rPr sz="1200" b="0">
                <a:solidFill>
                  <a:srgbClr val="3D5A52"/>
                </a:solidFill>
                <a:latin typeface="Microsoft YaHei"/>
                <a:ea typeface="Microsoft YaHei"/>
              </a:rPr>
              <a:t>艺术字效果；模板/历史/收藏表持久化。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548640"/>
            <a:ext cx="2194560" cy="2194560"/>
          </a:xfrm>
          <a:prstGeom prst="ellipse">
            <a:avLst/>
          </a:prstGeom>
          <a:solidFill>
            <a:srgbClr val="D8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011680" cy="2011680"/>
          </a:xfrm>
          <a:prstGeom prst="ellipse">
            <a:avLst/>
          </a:prstGeom>
          <a:solidFill>
            <a:srgbClr val="C5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7BC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  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52"/>
                </a:solidFill>
                <a:latin typeface="Microsoft YaHei"/>
                <a:ea typeface="Microsoft YaHei"/>
              </a:rPr>
              <a:t>分工详述：成员5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857A"/>
                </a:solidFill>
                <a:latin typeface="Microsoft YaHei"/>
                <a:ea typeface="Microsoft YaHei"/>
              </a:rPr>
              <a:t>智能客服 · 运营看板 · 智能选品 · 云端部署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4480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solidFill>
            <a:srgbClr val="4F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361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成员5 · 客服 / 看板 / 选品 / 上线运维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❀ 智能客服：完成客服会话与商品推荐展示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❀ 运营看板：运营数据与 AI 建议呈现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❀ 智能选品：选品浏览 / 活动推荐，并与文案、海报流程衔接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5A52"/>
                </a:solidFill>
                <a:latin typeface="Microsoft YaHei"/>
                <a:ea typeface="Microsoft YaHei"/>
              </a:rPr>
              <a:t>❀ 云端部署：项目上线、构建发布、线上问题排查修复，保障系统稳定可用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